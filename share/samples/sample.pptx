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FCA814DB-C403-4BEB-949F-12CDE9FF1C6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72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Converter test slides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20000" y="180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Slides become sections of an article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72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Second slide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20000" y="180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Text of the second slide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LibreOffice/7.1.8.1$Linux_X86_64 LibreOffice_project/10$Build-1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